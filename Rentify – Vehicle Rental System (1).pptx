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3f-fab2-8476-8000-0000096918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4d-2fe2-8cd6-8000-0000c20e4b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4d-1782-8673-8000-000081a225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54-1232-809c-8000-00005e3836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52-adb2-8c6e-8000-000075d9b0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59-64d2-84c5-8000-0000073b64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75-82c2-85af-8000-000016bcf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6f-2972-88fe-8000-00000a6e08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56c-d102-82db-8000-00001083de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Rentify – Vehicle Rental System</dc:title>
  <dc:subject>Rentify – Vehicle Rental System</dc:subject>
  <dc:creator>Kimi</dc:creator>
  <cp:lastModifiedBy>Kimi</cp:lastModifiedBy>
  <cp:revision>1</cp:revision>
  <dcterms:created xsi:type="dcterms:W3CDTF">2025-11-30T10:39:54Z</dcterms:created>
  <dcterms:modified xsi:type="dcterms:W3CDTF">2025-11-30T10:39:54Z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{"Label":"Rentify – Vehicle Rental System","ContentProducer":"001191110108MACG2KBH8F10000","ProduceID":"d4m1qt367ti3jp9ilb4g","ReservedCode1":"","ContentPropagator":"001191110108MACG2KBH8F20000","PropagateID":"d4m1qt367ti3jp9ilb4g","ReservedCode2":""}</vt:lpwstr>
  </property>
</Properties>
</file>